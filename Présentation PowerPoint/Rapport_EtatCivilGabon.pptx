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6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01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7B178-01A1-49C2-09D2-8B860DF21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5B043-6780-7B23-594F-BCD175C7E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45825-2D3F-82CC-5E7E-96C9A05E0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F58B6-1922-9DFD-A164-1A6147DD5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28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FCB8A-72E3-C79A-AE4D-F7615C5CD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AD02C-0D71-60C4-E836-13E8A23F1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1D06B-A166-58CF-C5E4-EB65EA065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0D752-67C6-45E0-19B1-6B65B0B5D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90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0EAB-85FF-E7D4-7998-466B19CB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422D3-D598-18E6-5D90-B6A8DEE9A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AD040-8A25-FE6E-760D-015C9CB47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CA779-F086-B968-359C-DA0D97981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21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BBCA-66C3-8B16-3367-9FE810AC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C976C-3064-2D52-809B-EC2B0CB71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D0809-52AD-3028-B550-A7BEEF7EF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E8952-666C-DDF1-AAA2-B064D09D81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6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100B-0E46-1A52-4082-88FE44FFE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C549D-2B97-EDCC-3F29-3C3A5AA17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7D00E-730F-03F8-BAB5-F74C24E43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D8B6B-3707-00A1-A74F-462A32D08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635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88B71-6163-AA39-C5E1-1FB988012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84A51-74F4-7B29-6420-21C888CAB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8752D-5663-9F75-1A4D-75899FED3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E7E4C-1CDF-BD2B-13F5-D9565E21F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3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228600" cy="514350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228600" cy="51435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0972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SUIVI DES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7132320" cy="1079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D’ACTES D'ÉTAT CIVIL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184449" y="2844186"/>
            <a:ext cx="1371600" cy="54864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71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D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C# / ASP.NET Core MVC</a:t>
            </a:r>
            <a:endParaRPr lang="en-US" sz="14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990DE85-E8E0-27D3-7E3C-5D2819DC7649}"/>
              </a:ext>
            </a:extLst>
          </p:cNvPr>
          <p:cNvSpPr txBox="1"/>
          <p:nvPr/>
        </p:nvSpPr>
        <p:spPr>
          <a:xfrm>
            <a:off x="914400" y="3491802"/>
            <a:ext cx="3657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Présenté par: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chemeClr val="bg1"/>
                </a:solidFill>
              </a:rPr>
              <a:t>MOUSSAVOU KETIA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chemeClr val="bg1"/>
                </a:solidFill>
              </a:rPr>
              <a:t>MBINA-MASSOUSSA STEPHY JORDAN GABY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D1CD827-FDAE-0BD1-79E8-A5E69F7B4F10}"/>
              </a:ext>
            </a:extLst>
          </p:cNvPr>
          <p:cNvSpPr txBox="1"/>
          <p:nvPr/>
        </p:nvSpPr>
        <p:spPr>
          <a:xfrm>
            <a:off x="6712299" y="3763108"/>
            <a:ext cx="1879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Sous la supervision de: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chemeClr val="bg1"/>
                </a:solidFill>
              </a:rPr>
              <a:t>M. TAKOUMBO</a:t>
            </a:r>
            <a:endParaRPr lang="fr-GA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     			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 Problème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 multiples et inutiles en mairie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sur l'avancement du dossier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fréquente de documents papier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des guichets administratifs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statistiques sur les délais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840480" cy="347472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325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7830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des demandes en ligne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suivi unique (GAB-AAAA-NNNNN)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e-mail automatiques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agent pour traiter les dossiers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et export CSV pour l'admin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&amp; FONCTIONNALITÉS				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EBF3FB"/>
          </a:solidFill>
          <a:ln w="12700">
            <a:solidFill>
              <a:srgbClr val="93C5F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CITOYEN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 et se connecter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une demande d'acte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Téléverser ses pièces jointes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son dossier en temps réel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des notifications e-mail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356616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tous les dossiers reçus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statut / type / nom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et mettre à jour le statut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un commentaire au citoyen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l'historique des notifications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743200" cy="356616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274320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avec statistiques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gérer les comptes agents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/ désactiver un agent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tous les dossiers filtrés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les données en CSV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				3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32841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utilisateur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Core MVC + Razor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Rendu HTML côté serveur, 100% C#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Logique métier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Layer (C#)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Séparation des responsabilités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données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Framework Core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 Code First, migrations 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données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fiable et performant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Core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des rôles (3 niveaux)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Envoi d'e-mails automatiques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"/>
            <a:ext cx="9144000" cy="10058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					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384048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887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1848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NumeroSuivi · CitoyenId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TypeActeId · Statut · DateSoumission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NomDemandeur · ObjetDemande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651760" cy="384048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1887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TypeActe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61848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Code · Libelle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DelaiCible · PiecesRequises · EstActif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1887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11887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61848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 · Prénom · Email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DateInscription · EstActif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2651760" cy="384048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06324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PieceJointe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DemandeId · NomFichier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CheminFichier · TypeMime · Taille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0632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063240"/>
            <a:ext cx="2651760" cy="384048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306324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49300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DemandeId · Message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EmailDestinataire · EnvoyeeAvecSucces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DÉVELOPPEMENT — 7 PHASES			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1752" y="1252728"/>
            <a:ext cx="411480" cy="41148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252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710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" y="17373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EF Core · BDD SQL Server · Migrations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252728"/>
            <a:ext cx="411480" cy="411480"/>
          </a:xfrm>
          <a:prstGeom prst="ellipse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252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12710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96312" y="17373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 · 3 rôles · Connexion sécurisée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252728"/>
            <a:ext cx="411480" cy="41148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1252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12710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Citoyen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90872" y="17373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· Upload · Numéro suivi · Suivi public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14300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85432" y="1252728"/>
            <a:ext cx="411480" cy="411480"/>
          </a:xfrm>
          <a:prstGeom prst="ellipse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1252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60920" y="12710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85432" y="173736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· Filtres · Changement de statut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01752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01752" y="3127248"/>
            <a:ext cx="411480" cy="41148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1455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" y="36118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MailKit · 3 e-mails automatiques · Historique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3160" y="301752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96312" y="3127248"/>
            <a:ext cx="411480" cy="411480"/>
          </a:xfrm>
          <a:prstGeom prst="ellipse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96312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71800" y="31455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96312" y="36118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· Gestion agents · Export CSV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301752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0872" y="3127248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66360" y="31455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Livraison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90872" y="36118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 xUnit · Documentation · Déploiement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					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25880" y="1920240"/>
            <a:ext cx="3657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1005840" cy="100584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" y="2331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" y="27889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citoyen crée son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en ligne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920240"/>
            <a:ext cx="3657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188720"/>
            <a:ext cx="1005840" cy="1005840"/>
          </a:xfrm>
          <a:prstGeom prst="ellipse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45920" y="2331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45920" y="27889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Choisit le type d'acte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joint ses pièces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51960" y="1920240"/>
            <a:ext cx="3657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188720"/>
            <a:ext cx="1005840" cy="100584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108960" y="2331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attribué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08960" y="27889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GAB-2024-NNNNN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e-mail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15000" y="1920240"/>
            <a:ext cx="3657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188720"/>
            <a:ext cx="1005840" cy="1005840"/>
          </a:xfrm>
          <a:prstGeom prst="ellipse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0" y="2331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agent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27889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traite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dossier en ligne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78040" y="1920240"/>
            <a:ext cx="3657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188720"/>
            <a:ext cx="1005840" cy="100584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035040" y="2331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35040" y="27889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citoyen reçoit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e-mail de mise à jour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89520" y="1188720"/>
            <a:ext cx="1005840" cy="1005840"/>
          </a:xfrm>
          <a:prstGeom prst="ellipse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498080" y="2331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document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27889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présente en mairie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numéro de suivi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DU PROJET					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150876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5331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3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91440" cy="1508760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35331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9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9144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35331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55080" y="2103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unitaires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91440" cy="1508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8211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8580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17520"/>
            <a:ext cx="91440" cy="150876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18211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3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352044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d'actes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 en charge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17520"/>
            <a:ext cx="91440" cy="1508760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18211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9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635508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MISE EN PRODUCTION			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3749040" cy="4572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local (Mairie)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+ IIS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Express (gratuit)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0 FCFA (logiciels inclus)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une seule mairie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publish → dossier IIS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114300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74920" y="1143000"/>
            <a:ext cx="3749040" cy="457200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 (Multi-mairies)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16916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OVHcloud (France) ~3.9030 FCFA /mois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+ PostgreSQL (gratuit)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avec certificat SSL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toute mairie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automatiques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9ABBE-CB09-16D4-E9EC-846C742C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7D1E9B-64EF-B0A8-B48B-4E81ADF0F0C2}"/>
              </a:ext>
            </a:extLst>
          </p:cNvPr>
          <p:cNvSpPr/>
          <p:nvPr/>
        </p:nvSpPr>
        <p:spPr>
          <a:xfrm>
            <a:off x="0" y="-4977"/>
            <a:ext cx="9144000" cy="10058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B94043-112B-970F-84C6-41D8D77B2AF3}"/>
              </a:ext>
            </a:extLst>
          </p:cNvPr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APPERÇU DES INTERFACES DE L’APPLICATION		9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3A1DDB-E655-11F8-9E10-1E1BCFAD3E1A}"/>
              </a:ext>
            </a:extLst>
          </p:cNvPr>
          <p:cNvSpPr/>
          <p:nvPr/>
        </p:nvSpPr>
        <p:spPr>
          <a:xfrm>
            <a:off x="45720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local (Mairie)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A18D3B-2C76-82BA-2FFE-6C7600797328}"/>
              </a:ext>
            </a:extLst>
          </p:cNvPr>
          <p:cNvSpPr/>
          <p:nvPr/>
        </p:nvSpPr>
        <p:spPr>
          <a:xfrm>
            <a:off x="521208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 (Multi-mairies)</a:t>
            </a:r>
            <a:endParaRPr lang="en-US" sz="13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7610070-6E05-3E77-A831-9B3034FB2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0863"/>
            <a:ext cx="7752303" cy="414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98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3DD86-AEAE-9C12-8596-58B3269FF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1E1973-17EE-9356-40D1-D7CF6FDE2779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552EB4-1C82-F12B-0E7A-81B8C4F620E4}"/>
              </a:ext>
            </a:extLst>
          </p:cNvPr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APPERÇU DES INTERFACES DE L’APPLICATION		10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B4B038-131C-A381-5DE4-A9DAD3E42240}"/>
              </a:ext>
            </a:extLst>
          </p:cNvPr>
          <p:cNvSpPr/>
          <p:nvPr/>
        </p:nvSpPr>
        <p:spPr>
          <a:xfrm>
            <a:off x="45720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local (Mairie)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F801630-3F0C-308E-F849-78BC590F6551}"/>
              </a:ext>
            </a:extLst>
          </p:cNvPr>
          <p:cNvSpPr/>
          <p:nvPr/>
        </p:nvSpPr>
        <p:spPr>
          <a:xfrm>
            <a:off x="521208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 (Multi-mairies)</a:t>
            </a:r>
            <a:endParaRPr lang="en-US" sz="13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443107D-13C1-059F-009A-63900E2B9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124"/>
            <a:ext cx="7772400" cy="415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49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8A81-C159-F35C-C8A9-5C7B9A07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347F94-AA99-01C2-AC63-CF9ABA6FB4BA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25B77E-668B-F5BF-2DF3-24DCB7E0E8D6}"/>
              </a:ext>
            </a:extLst>
          </p:cNvPr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APPERÇU DES INTERFACES DE L’APPLICATION		11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99360F-F0A8-1FFB-FC33-9DE5FE042C8D}"/>
              </a:ext>
            </a:extLst>
          </p:cNvPr>
          <p:cNvSpPr/>
          <p:nvPr/>
        </p:nvSpPr>
        <p:spPr>
          <a:xfrm>
            <a:off x="45720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local (Mairie)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7795B89-276C-F32C-5E44-8680747784E8}"/>
              </a:ext>
            </a:extLst>
          </p:cNvPr>
          <p:cNvSpPr/>
          <p:nvPr/>
        </p:nvSpPr>
        <p:spPr>
          <a:xfrm>
            <a:off x="521208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 (Multi-mairies)</a:t>
            </a:r>
            <a:endParaRPr lang="en-US" sz="13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E1EF67-CD23-09E0-C5DD-6B6ADA8D6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762"/>
            <a:ext cx="7657579" cy="413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78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501B0-67F4-62DC-DB47-9CA11EAB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73957A-0708-F606-A1E3-30E1FFA879CA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FD722E-1F69-DBF3-CCFB-8FDEFEC23A12}"/>
              </a:ext>
            </a:extLst>
          </p:cNvPr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APPERÇU DES INTERFACES DE L’APPLICATION		12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D2AC5B-3B0C-84FE-81CE-6E33D81C5240}"/>
              </a:ext>
            </a:extLst>
          </p:cNvPr>
          <p:cNvSpPr/>
          <p:nvPr/>
        </p:nvSpPr>
        <p:spPr>
          <a:xfrm>
            <a:off x="45720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local (Mairie)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3C461D6-D1F7-1D11-1BC4-E4D20AF6B565}"/>
              </a:ext>
            </a:extLst>
          </p:cNvPr>
          <p:cNvSpPr/>
          <p:nvPr/>
        </p:nvSpPr>
        <p:spPr>
          <a:xfrm>
            <a:off x="521208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 (Multi-mairies)</a:t>
            </a:r>
            <a:endParaRPr lang="en-US" sz="13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411656-177A-FA46-8BBD-2BA3E18AB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4287"/>
            <a:ext cx="7727182" cy="41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73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F543-53C3-9719-6FB5-17DCA265A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43BB27-B895-99E3-305B-B5A55480B97A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343612-D860-1745-012C-781941153162}"/>
              </a:ext>
            </a:extLst>
          </p:cNvPr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APPERÇU DES INTERFACES DE L’APPLICATION		13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1870B5-BFAC-D6E9-9824-39354564EBED}"/>
              </a:ext>
            </a:extLst>
          </p:cNvPr>
          <p:cNvSpPr/>
          <p:nvPr/>
        </p:nvSpPr>
        <p:spPr>
          <a:xfrm>
            <a:off x="45720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local (Mairie)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668A40D-488F-8751-CBAD-8A63E12EA563}"/>
              </a:ext>
            </a:extLst>
          </p:cNvPr>
          <p:cNvSpPr/>
          <p:nvPr/>
        </p:nvSpPr>
        <p:spPr>
          <a:xfrm>
            <a:off x="521208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 (Multi-mairies)</a:t>
            </a:r>
            <a:endParaRPr lang="en-US" sz="13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27BED7F-AE36-016A-A08E-E650012D3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840"/>
            <a:ext cx="7692515" cy="41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77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F0B2-4631-1769-1487-583BAE31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7BFAB4-A923-C669-067B-DE630D6A21DB}"/>
              </a:ext>
            </a:extLst>
          </p:cNvPr>
          <p:cNvSpPr/>
          <p:nvPr/>
        </p:nvSpPr>
        <p:spPr>
          <a:xfrm>
            <a:off x="0" y="40696"/>
            <a:ext cx="9144000" cy="10058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851C33-A6F2-68F2-5BEF-6FE120C9F0E5}"/>
              </a:ext>
            </a:extLst>
          </p:cNvPr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APPERÇU DES INTERFACES DE L’APPLICATION		14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BF6BA0-AC37-6073-0F10-8E03FA835F17}"/>
              </a:ext>
            </a:extLst>
          </p:cNvPr>
          <p:cNvSpPr/>
          <p:nvPr/>
        </p:nvSpPr>
        <p:spPr>
          <a:xfrm>
            <a:off x="45720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local (Mairie)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CA71F0-CE51-5F70-C952-70F24FD583FB}"/>
              </a:ext>
            </a:extLst>
          </p:cNvPr>
          <p:cNvSpPr/>
          <p:nvPr/>
        </p:nvSpPr>
        <p:spPr>
          <a:xfrm>
            <a:off x="521208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 (Multi-mairies)</a:t>
            </a:r>
            <a:endParaRPr lang="en-US" sz="13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175A38-B047-730C-EF0B-454AEDDF8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840"/>
            <a:ext cx="7697540" cy="41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27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155448" cy="51435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42248" y="0"/>
            <a:ext cx="155448" cy="5143500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97696" y="0"/>
            <a:ext cx="146304" cy="5143500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100% C#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moderniser l'état civil au Gabon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97280" cy="54864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D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complète — 7 phases livrées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D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 — 3 rôles distincts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D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e-mail automatiques via MailKit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D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tests unitaires — architecture maintenable</a:t>
            </a:r>
            <a:endParaRPr lang="en-US" sz="1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E17F958-A57B-9C2C-CF0A-C158E3F51932}"/>
              </a:ext>
            </a:extLst>
          </p:cNvPr>
          <p:cNvSpPr txBox="1"/>
          <p:nvPr/>
        </p:nvSpPr>
        <p:spPr>
          <a:xfrm>
            <a:off x="7257272" y="310437"/>
            <a:ext cx="150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15</a:t>
            </a:r>
            <a:endParaRPr lang="fr-GA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753</Words>
  <Application>Microsoft Office PowerPoint</Application>
  <PresentationFormat>Affichage à l'écran (16:9)</PresentationFormat>
  <Paragraphs>200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État Civil Gabon</dc:title>
  <dc:subject>PptxGenJS Presentation</dc:subject>
  <dc:creator>PptxGenJS</dc:creator>
  <cp:lastModifiedBy>JRD STEPH</cp:lastModifiedBy>
  <cp:revision>4</cp:revision>
  <dcterms:created xsi:type="dcterms:W3CDTF">2026-05-01T11:39:54Z</dcterms:created>
  <dcterms:modified xsi:type="dcterms:W3CDTF">2026-05-11T15:26:09Z</dcterms:modified>
</cp:coreProperties>
</file>